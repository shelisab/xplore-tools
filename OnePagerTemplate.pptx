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70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7EA19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/home/claude/xplore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914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ONE-PAGER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5280" y="73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r>
              <a:rPr lang="en-US" sz="1400" b="1" dirty="0">
                <a:solidFill>
                  <a:srgbClr val="FFC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" y="502920"/>
            <a:ext cx="4572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182880" y="502920"/>
            <a:ext cx="45720" cy="594360"/>
          </a:xfrm>
          <a:prstGeom prst="rect">
            <a:avLst/>
          </a:prstGeom>
          <a:solidFill>
            <a:srgbClr val="1D4D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320040" y="530352"/>
            <a:ext cx="1828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NAME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20040" y="658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initiative name here]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92040" y="502920"/>
            <a:ext cx="14173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4983480" y="530352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TYPE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010912" y="676656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CX        __ Revenue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10912" y="822960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Fee Leak  __ Other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46520" y="502920"/>
            <a:ext cx="2514600" cy="594360"/>
          </a:xfrm>
          <a:prstGeom prst="rect">
            <a:avLst/>
          </a:prstGeom>
          <a:solidFill>
            <a:srgbClr val="1D4D40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6537960" y="530352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C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537960" y="65836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859536"/>
            <a:ext cx="2331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 / Role]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82880" y="1188720"/>
            <a:ext cx="4572000" cy="777240"/>
          </a:xfrm>
          <a:prstGeom prst="rect">
            <a:avLst/>
          </a:prstGeom>
          <a:solidFill>
            <a:srgbClr val="FFFFFF"/>
          </a:solidFill>
          <a:ln/>
          <a:effectLst/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292608" y="1225296"/>
            <a:ext cx="1828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92608" y="13716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customer/business problem does this solve? Why now?]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892040" y="1188720"/>
            <a:ext cx="14173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4983480" y="1225296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010912" y="1389888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High      __ Med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010912" y="1554480"/>
            <a:ext cx="1280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Low       __ TBD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983480" y="1737360"/>
            <a:ext cx="1234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(mark X)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6446520" y="1188720"/>
            <a:ext cx="2514600" cy="777240"/>
          </a:xfrm>
          <a:prstGeom prst="rect">
            <a:avLst/>
          </a:prstGeom>
          <a:solidFill>
            <a:srgbClr val="FFCB47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6492240" y="1225296"/>
            <a:ext cx="80467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VALUE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492240" y="135331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492240" y="1591056"/>
            <a:ext cx="80467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$/month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7333488" y="1261872"/>
            <a:ext cx="9144" cy="640080"/>
          </a:xfrm>
          <a:prstGeom prst="rect">
            <a:avLst/>
          </a:prstGeom>
          <a:solidFill>
            <a:srgbClr val="D4A8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9"/>
          <p:cNvSpPr/>
          <p:nvPr/>
        </p:nvSpPr>
        <p:spPr>
          <a:xfrm>
            <a:off x="7388352" y="122529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TIME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388352" y="1353312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88352" y="159105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8174736" y="1261872"/>
            <a:ext cx="9144" cy="640080"/>
          </a:xfrm>
          <a:prstGeom prst="rect">
            <a:avLst/>
          </a:prstGeom>
          <a:solidFill>
            <a:srgbClr val="D4A83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3"/>
          <p:cNvSpPr/>
          <p:nvPr/>
        </p:nvSpPr>
        <p:spPr>
          <a:xfrm>
            <a:off x="8229600" y="1225296"/>
            <a:ext cx="685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CD3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229600" y="135331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[X,XXX]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229600" y="1591056"/>
            <a:ext cx="685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÷ dev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182880" y="2057400"/>
            <a:ext cx="45720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7"/>
          <p:cNvSpPr/>
          <p:nvPr/>
        </p:nvSpPr>
        <p:spPr>
          <a:xfrm>
            <a:off x="292608" y="2093976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BREAKDOWN &amp; SEQUENCING</a:t>
            </a:r>
            <a:endParaRPr lang="en-US" sz="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2240280"/>
          <a:ext cx="4368800" cy="1064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Name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1D4D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[MVP 1 Name]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[Brief description of first deliverable]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[S/M/L]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[$X,XXX/mo]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1D4D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[MVP 2 Name]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[Brief description of second deliverable]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[S/M/L]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[$X,XXX/mo]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1D4D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[MVP 3 Name]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[Brief description of third deliverable]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[S/M/L]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[$X,XXX/mo]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1D4D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[MVP 4 - if applicable]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[Brief description]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[S/M/L]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122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[$X,XXX/mo]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Shape 38"/>
          <p:cNvSpPr/>
          <p:nvPr/>
        </p:nvSpPr>
        <p:spPr>
          <a:xfrm>
            <a:off x="4892040" y="2057400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Text 39"/>
          <p:cNvSpPr/>
          <p:nvPr/>
        </p:nvSpPr>
        <p:spPr>
          <a:xfrm>
            <a:off x="4983480" y="2093976"/>
            <a:ext cx="1234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OF VALUE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5010912" y="2212848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Cost Savings</a:t>
            </a:r>
            <a:endParaRPr lang="en-US" sz="600" dirty="0"/>
          </a:p>
        </p:txBody>
      </p:sp>
      <p:sp>
        <p:nvSpPr>
          <p:cNvPr id="45" name="Text 41"/>
          <p:cNvSpPr/>
          <p:nvPr/>
        </p:nvSpPr>
        <p:spPr>
          <a:xfrm>
            <a:off x="5010912" y="2322576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Revenue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5010912" y="2432304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Risk Reduction</a:t>
            </a:r>
            <a:endParaRPr lang="en-US" sz="600" dirty="0"/>
          </a:p>
        </p:txBody>
      </p:sp>
      <p:sp>
        <p:nvSpPr>
          <p:cNvPr id="47" name="Shape 43"/>
          <p:cNvSpPr/>
          <p:nvPr/>
        </p:nvSpPr>
        <p:spPr>
          <a:xfrm>
            <a:off x="4892040" y="2715768"/>
            <a:ext cx="141732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Text 44"/>
          <p:cNvSpPr/>
          <p:nvPr/>
        </p:nvSpPr>
        <p:spPr>
          <a:xfrm>
            <a:off x="4983480" y="2752344"/>
            <a:ext cx="1234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PROFILE</a:t>
            </a:r>
            <a:endParaRPr lang="en-US" sz="600" dirty="0"/>
          </a:p>
        </p:txBody>
      </p:sp>
      <p:sp>
        <p:nvSpPr>
          <p:cNvPr id="49" name="Text 45"/>
          <p:cNvSpPr/>
          <p:nvPr/>
        </p:nvSpPr>
        <p:spPr>
          <a:xfrm>
            <a:off x="5010912" y="2871216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Time-Critical</a:t>
            </a:r>
            <a:endParaRPr lang="en-US" sz="600" dirty="0"/>
          </a:p>
        </p:txBody>
      </p:sp>
      <p:sp>
        <p:nvSpPr>
          <p:cNvPr id="50" name="Text 46"/>
          <p:cNvSpPr/>
          <p:nvPr/>
        </p:nvSpPr>
        <p:spPr>
          <a:xfrm>
            <a:off x="5010912" y="2980944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Standard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5010912" y="3090672"/>
            <a:ext cx="1261872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Flexible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6446520" y="2057400"/>
            <a:ext cx="2514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3" name="Text 49"/>
          <p:cNvSpPr/>
          <p:nvPr/>
        </p:nvSpPr>
        <p:spPr>
          <a:xfrm>
            <a:off x="6537960" y="2093976"/>
            <a:ext cx="2331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REQUIRED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6537960" y="22128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 teams/skills: Tech, Ops, Training, etc.]</a:t>
            </a:r>
            <a:endParaRPr lang="en-US" sz="700" dirty="0"/>
          </a:p>
        </p:txBody>
      </p:sp>
      <p:sp>
        <p:nvSpPr>
          <p:cNvPr id="55" name="Shape 51"/>
          <p:cNvSpPr/>
          <p:nvPr/>
        </p:nvSpPr>
        <p:spPr>
          <a:xfrm>
            <a:off x="6446520" y="2715768"/>
            <a:ext cx="251460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6" name="Text 52"/>
          <p:cNvSpPr/>
          <p:nvPr/>
        </p:nvSpPr>
        <p:spPr>
          <a:xfrm>
            <a:off x="6537960" y="2752344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6537960" y="2907792"/>
            <a:ext cx="2331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[Q_]       MVP1: [Q_]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6537960" y="3063240"/>
            <a:ext cx="1097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Complete: [Q_]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182880" y="3383280"/>
            <a:ext cx="28803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0" name="Text 56"/>
          <p:cNvSpPr/>
          <p:nvPr/>
        </p:nvSpPr>
        <p:spPr>
          <a:xfrm>
            <a:off x="292608" y="3419856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&amp; BLOCKERS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292608" y="3547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must be in place? What could block?]</a:t>
            </a:r>
            <a:endParaRPr lang="en-US" sz="700" dirty="0"/>
          </a:p>
        </p:txBody>
      </p:sp>
      <p:sp>
        <p:nvSpPr>
          <p:cNvPr id="62" name="Shape 58"/>
          <p:cNvSpPr/>
          <p:nvPr/>
        </p:nvSpPr>
        <p:spPr>
          <a:xfrm>
            <a:off x="3200400" y="3383280"/>
            <a:ext cx="3108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3" name="Text 59"/>
          <p:cNvSpPr/>
          <p:nvPr/>
        </p:nvSpPr>
        <p:spPr>
          <a:xfrm>
            <a:off x="3310128" y="3419856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3310128" y="35478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will success be measured? Target KPIs?]</a:t>
            </a:r>
            <a:endParaRPr lang="en-US" sz="700" dirty="0"/>
          </a:p>
        </p:txBody>
      </p:sp>
      <p:sp>
        <p:nvSpPr>
          <p:cNvPr id="65" name="Shape 61"/>
          <p:cNvSpPr/>
          <p:nvPr/>
        </p:nvSpPr>
        <p:spPr>
          <a:xfrm>
            <a:off x="6446520" y="3383280"/>
            <a:ext cx="2514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6" name="Text 62"/>
          <p:cNvSpPr/>
          <p:nvPr/>
        </p:nvSpPr>
        <p:spPr>
          <a:xfrm>
            <a:off x="6537960" y="3419856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537960" y="3547872"/>
            <a:ext cx="23317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Sponsor: ________   Product: ________</a:t>
            </a:r>
            <a:endParaRPr lang="en-US" sz="600" dirty="0"/>
          </a:p>
        </p:txBody>
      </p:sp>
      <p:sp>
        <p:nvSpPr>
          <p:cNvPr id="68" name="Text 64"/>
          <p:cNvSpPr/>
          <p:nvPr/>
        </p:nvSpPr>
        <p:spPr>
          <a:xfrm>
            <a:off x="6537960" y="3675888"/>
            <a:ext cx="233172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 Office: ____________________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182880" y="3977640"/>
            <a:ext cx="8778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0" name="Text 66"/>
          <p:cNvSpPr/>
          <p:nvPr/>
        </p:nvSpPr>
        <p:spPr>
          <a:xfrm>
            <a:off x="292608" y="4014216"/>
            <a:ext cx="1828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700" dirty="0"/>
          </a:p>
        </p:txBody>
      </p:sp>
      <p:sp>
        <p:nvSpPr>
          <p:cNvPr id="71" name="Shape 67"/>
          <p:cNvSpPr/>
          <p:nvPr/>
        </p:nvSpPr>
        <p:spPr>
          <a:xfrm>
            <a:off x="292608" y="4160520"/>
            <a:ext cx="2788920" cy="384048"/>
          </a:xfrm>
          <a:prstGeom prst="rect">
            <a:avLst/>
          </a:prstGeom>
          <a:solidFill>
            <a:srgbClr val="E6F4F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Text 68"/>
          <p:cNvSpPr/>
          <p:nvPr/>
        </p:nvSpPr>
        <p:spPr>
          <a:xfrm>
            <a:off x="347472" y="4187952"/>
            <a:ext cx="2651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[First Sub-Group]</a:t>
            </a:r>
            <a:endParaRPr lang="en-US" sz="600" dirty="0"/>
          </a:p>
        </p:txBody>
      </p:sp>
      <p:sp>
        <p:nvSpPr>
          <p:cNvPr id="73" name="Text 69"/>
          <p:cNvSpPr/>
          <p:nvPr/>
        </p:nvSpPr>
        <p:spPr>
          <a:xfrm>
            <a:off x="347472" y="4315968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[Q_]</a:t>
            </a:r>
            <a:endParaRPr lang="en-US" sz="600" dirty="0"/>
          </a:p>
        </p:txBody>
      </p:sp>
      <p:sp>
        <p:nvSpPr>
          <p:cNvPr id="74" name="Text 70"/>
          <p:cNvSpPr/>
          <p:nvPr/>
        </p:nvSpPr>
        <p:spPr>
          <a:xfrm>
            <a:off x="347472" y="4425696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[_______________]</a:t>
            </a:r>
            <a:endParaRPr lang="en-US" sz="600" dirty="0"/>
          </a:p>
        </p:txBody>
      </p:sp>
      <p:sp>
        <p:nvSpPr>
          <p:cNvPr id="75" name="Shape 71"/>
          <p:cNvSpPr/>
          <p:nvPr/>
        </p:nvSpPr>
        <p:spPr>
          <a:xfrm>
            <a:off x="3172968" y="4160520"/>
            <a:ext cx="2788920" cy="384048"/>
          </a:xfrm>
          <a:prstGeom prst="rect">
            <a:avLst/>
          </a:prstGeom>
          <a:solidFill>
            <a:srgbClr val="A4CDC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6" name="Text 72"/>
          <p:cNvSpPr/>
          <p:nvPr/>
        </p:nvSpPr>
        <p:spPr>
          <a:xfrm>
            <a:off x="3227832" y="4187952"/>
            <a:ext cx="2651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D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[Next Sub-Group]</a:t>
            </a:r>
            <a:endParaRPr lang="en-US" sz="600" dirty="0"/>
          </a:p>
        </p:txBody>
      </p:sp>
      <p:sp>
        <p:nvSpPr>
          <p:cNvPr id="77" name="Text 73"/>
          <p:cNvSpPr/>
          <p:nvPr/>
        </p:nvSpPr>
        <p:spPr>
          <a:xfrm>
            <a:off x="3227832" y="4315968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1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[Q_]</a:t>
            </a:r>
            <a:endParaRPr lang="en-US" sz="600" dirty="0"/>
          </a:p>
        </p:txBody>
      </p:sp>
      <p:sp>
        <p:nvSpPr>
          <p:cNvPr id="78" name="Text 74"/>
          <p:cNvSpPr/>
          <p:nvPr/>
        </p:nvSpPr>
        <p:spPr>
          <a:xfrm>
            <a:off x="3227832" y="4425696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[_______________]</a:t>
            </a:r>
            <a:endParaRPr lang="en-US" sz="600" dirty="0"/>
          </a:p>
        </p:txBody>
      </p:sp>
      <p:sp>
        <p:nvSpPr>
          <p:cNvPr id="79" name="Shape 75"/>
          <p:cNvSpPr/>
          <p:nvPr/>
        </p:nvSpPr>
        <p:spPr>
          <a:xfrm>
            <a:off x="6053328" y="4160520"/>
            <a:ext cx="2788920" cy="384048"/>
          </a:xfrm>
          <a:prstGeom prst="rect">
            <a:avLst/>
          </a:prstGeom>
          <a:solidFill>
            <a:srgbClr val="7EA19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0" name="Text 76"/>
          <p:cNvSpPr/>
          <p:nvPr/>
        </p:nvSpPr>
        <p:spPr>
          <a:xfrm>
            <a:off x="6108192" y="4187952"/>
            <a:ext cx="2651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[Final Sub-Group]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6108192" y="4315968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[Q_]</a:t>
            </a:r>
            <a:endParaRPr lang="en-US" sz="600" dirty="0"/>
          </a:p>
        </p:txBody>
      </p:sp>
      <p:sp>
        <p:nvSpPr>
          <p:cNvPr id="82" name="Text 78"/>
          <p:cNvSpPr/>
          <p:nvPr/>
        </p:nvSpPr>
        <p:spPr>
          <a:xfrm>
            <a:off x="6108192" y="4425696"/>
            <a:ext cx="265176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D4E8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[_______________]</a:t>
            </a:r>
            <a:endParaRPr lang="en-US" sz="600" dirty="0"/>
          </a:p>
        </p:txBody>
      </p:sp>
      <p:sp>
        <p:nvSpPr>
          <p:cNvPr id="83" name="Shape 79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4" name="Shape 80"/>
          <p:cNvSpPr/>
          <p:nvPr/>
        </p:nvSpPr>
        <p:spPr>
          <a:xfrm>
            <a:off x="0" y="4754880"/>
            <a:ext cx="9144000" cy="9144"/>
          </a:xfrm>
          <a:prstGeom prst="rect">
            <a:avLst/>
          </a:prstGeom>
          <a:solidFill>
            <a:srgbClr val="E3E8E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5" name="Text 81"/>
          <p:cNvSpPr/>
          <p:nvPr/>
        </p:nvSpPr>
        <p:spPr>
          <a:xfrm>
            <a:off x="228600" y="4828032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www.bainbridgeexecutive.com  •  info@bainbridgeexecutive.com</a:t>
            </a:r>
            <a:endParaRPr lang="en-US" sz="600" dirty="0"/>
          </a:p>
        </p:txBody>
      </p:sp>
      <p:sp>
        <p:nvSpPr>
          <p:cNvPr id="86" name="Text 82"/>
          <p:cNvSpPr/>
          <p:nvPr/>
        </p:nvSpPr>
        <p:spPr>
          <a:xfrm>
            <a:off x="8503920" y="482803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</Words>
  <Application>Microsoft Office PowerPoint</Application>
  <PresentationFormat>On-screen Show (16:9)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Xplore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Initiative One-Pager Template</dc:title>
  <dc:subject>PptxGenJS Presentation</dc:subject>
  <dc:creator>Bainbridge Executive</dc:creator>
  <cp:lastModifiedBy>Shelisa Bainbridge</cp:lastModifiedBy>
  <cp:revision>2</cp:revision>
  <dcterms:created xsi:type="dcterms:W3CDTF">2026-01-19T01:29:40Z</dcterms:created>
  <dcterms:modified xsi:type="dcterms:W3CDTF">2026-01-19T01:32:14Z</dcterms:modified>
</cp:coreProperties>
</file>